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Housing Price EDA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Exploratory Data Analysis (EDA)/nBy:monika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alePric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4366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