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57" r:id="rId5"/>
    <p:sldId id="261" r:id="rId6"/>
    <p:sldId id="264" r:id="rId7"/>
    <p:sldId id="265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426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Housing Price EDA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smtClean="0"/>
              <a:t>Exploratory </a:t>
            </a:r>
            <a:r>
              <a:rPr dirty="0"/>
              <a:t>Data Analysis (EDA)/</a:t>
            </a:r>
            <a:r>
              <a:rPr dirty="0" err="1"/>
              <a:t>nBy:monika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smtClean="0"/>
              <a:t>This project is based on Exploratory data Analysis (EDA) of housing price </a:t>
            </a:r>
            <a:r>
              <a:rPr lang="en-US" dirty="0" err="1" smtClean="0"/>
              <a:t>data.the</a:t>
            </a:r>
            <a:r>
              <a:rPr lang="en-US" dirty="0" smtClean="0"/>
              <a:t> dataset contains information related to different features of house and their prices. EDA is used to understand the  structure of the data ,identify patterns , and discover trend python libraries such as pandas, </a:t>
            </a:r>
            <a:r>
              <a:rPr lang="en-US" dirty="0" err="1" smtClean="0"/>
              <a:t>matplotlib</a:t>
            </a:r>
            <a:r>
              <a:rPr lang="en-US" dirty="0" smtClean="0"/>
              <a:t> and </a:t>
            </a:r>
            <a:r>
              <a:rPr lang="en-US" dirty="0" err="1" smtClean="0"/>
              <a:t>seaborn</a:t>
            </a:r>
            <a:r>
              <a:rPr lang="en-US" dirty="0" smtClean="0"/>
              <a:t> are used for data analysis and visualizations.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473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objective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main objectives of this project are:</a:t>
            </a:r>
          </a:p>
          <a:p>
            <a:r>
              <a:rPr lang="en-US" dirty="0" smtClean="0"/>
              <a:t>To analysis housing price data</a:t>
            </a:r>
          </a:p>
          <a:p>
            <a:r>
              <a:rPr lang="en-US" dirty="0" smtClean="0"/>
              <a:t>To identify important features affecting house price</a:t>
            </a:r>
          </a:p>
          <a:p>
            <a:r>
              <a:rPr lang="en-US" dirty="0" smtClean="0"/>
              <a:t>To clean and prepare the dataset</a:t>
            </a:r>
          </a:p>
          <a:p>
            <a:r>
              <a:rPr lang="en-US" dirty="0" smtClean="0"/>
              <a:t>To visualize data using graph and charts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9276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alePrice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44366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preprocessing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Handling missing values</a:t>
            </a:r>
          </a:p>
          <a:p>
            <a:r>
              <a:rPr lang="en-US" dirty="0" smtClean="0"/>
              <a:t>Removing duplicate entries</a:t>
            </a:r>
          </a:p>
          <a:p>
            <a:r>
              <a:rPr lang="en-US" dirty="0" smtClean="0"/>
              <a:t>Cleanings inconsistent data</a:t>
            </a:r>
          </a:p>
          <a:p>
            <a:r>
              <a:rPr lang="en-US" dirty="0" smtClean="0"/>
              <a:t>Encoding categorical variable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098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insights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House quality has a strong impact on </a:t>
            </a:r>
            <a:r>
              <a:rPr lang="en-US" dirty="0" err="1" smtClean="0"/>
              <a:t>saleprice</a:t>
            </a:r>
            <a:endParaRPr lang="en-US" dirty="0" smtClean="0"/>
          </a:p>
          <a:p>
            <a:r>
              <a:rPr lang="en-US" dirty="0" smtClean="0"/>
              <a:t>Living area is directly related to house price</a:t>
            </a:r>
          </a:p>
          <a:p>
            <a:r>
              <a:rPr lang="en-US" dirty="0" smtClean="0"/>
              <a:t>Sale price distribution is slightly right skewed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555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Tools &amp; technologies used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Python</a:t>
            </a:r>
          </a:p>
          <a:p>
            <a:r>
              <a:rPr lang="en-US" dirty="0" smtClean="0"/>
              <a:t>Pandas</a:t>
            </a:r>
          </a:p>
          <a:p>
            <a:r>
              <a:rPr lang="en-US" dirty="0" err="1" smtClean="0"/>
              <a:t>Numpy</a:t>
            </a:r>
            <a:endParaRPr lang="en-US" dirty="0" smtClean="0"/>
          </a:p>
          <a:p>
            <a:r>
              <a:rPr lang="en-US" dirty="0" err="1" smtClean="0"/>
              <a:t>Matplotlib</a:t>
            </a:r>
            <a:endParaRPr lang="en-US" dirty="0" smtClean="0"/>
          </a:p>
          <a:p>
            <a:r>
              <a:rPr lang="en-US" dirty="0" err="1" smtClean="0"/>
              <a:t>Seaborn</a:t>
            </a:r>
            <a:endParaRPr lang="en-US" dirty="0" smtClean="0"/>
          </a:p>
          <a:p>
            <a:r>
              <a:rPr lang="en-US" dirty="0" smtClean="0"/>
              <a:t>Google </a:t>
            </a:r>
            <a:r>
              <a:rPr lang="en-US" smtClean="0"/>
              <a:t>colab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562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160</Words>
  <Application>Microsoft Office PowerPoint</Application>
  <PresentationFormat>On-screen Show (4:3)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Housing Price EDA project</vt:lpstr>
      <vt:lpstr>introduction</vt:lpstr>
      <vt:lpstr>Project objective</vt:lpstr>
      <vt:lpstr>PowerPoint Presentation</vt:lpstr>
      <vt:lpstr>Data preprocessing</vt:lpstr>
      <vt:lpstr>Key insights</vt:lpstr>
      <vt:lpstr>Tools &amp; technologies used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Housing Price EDA project</dc:title>
  <dc:subject/>
  <dc:creator>Dell</dc:creator>
  <cp:keywords/>
  <dc:description>generated using python-pptx</dc:description>
  <cp:lastModifiedBy>monika</cp:lastModifiedBy>
  <cp:revision>6</cp:revision>
  <dcterms:created xsi:type="dcterms:W3CDTF">2013-01-27T09:14:16Z</dcterms:created>
  <dcterms:modified xsi:type="dcterms:W3CDTF">2026-01-31T16:38:15Z</dcterms:modified>
  <cp:category/>
</cp:coreProperties>
</file>